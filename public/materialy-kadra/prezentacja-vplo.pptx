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6" r:id="rId2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E556C7-6AAB-4EE0-B1CD-FAB3091DCF3E}" v="29" dt="2025-12-11T12:41:47.7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5" autoAdjust="0"/>
    <p:restoredTop sz="94660"/>
  </p:normalViewPr>
  <p:slideViewPr>
    <p:cSldViewPr snapToGrid="0">
      <p:cViewPr varScale="1">
        <p:scale>
          <a:sx n="92" d="100"/>
          <a:sy n="92" d="100"/>
        </p:scale>
        <p:origin x="51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 K" userId="c96c9678e57734a9" providerId="LiveId" clId="{A0AF0488-923B-4F82-809C-76FC1BDE8130}"/>
    <pc:docChg chg="modSld">
      <pc:chgData name="I K" userId="c96c9678e57734a9" providerId="LiveId" clId="{A0AF0488-923B-4F82-809C-76FC1BDE8130}" dt="2025-12-11T12:41:47.770" v="1"/>
      <pc:docMkLst>
        <pc:docMk/>
      </pc:docMkLst>
      <pc:sldChg chg="modSp">
        <pc:chgData name="I K" userId="c96c9678e57734a9" providerId="LiveId" clId="{A0AF0488-923B-4F82-809C-76FC1BDE8130}" dt="2025-12-11T12:41:47.770" v="1"/>
        <pc:sldMkLst>
          <pc:docMk/>
          <pc:sldMk cId="1165105122" sldId="256"/>
        </pc:sldMkLst>
        <pc:spChg chg="mod">
          <ac:chgData name="I K" userId="c96c9678e57734a9" providerId="LiveId" clId="{A0AF0488-923B-4F82-809C-76FC1BDE8130}" dt="2025-12-11T12:41:47.770" v="1"/>
          <ac:spMkLst>
            <pc:docMk/>
            <pc:sldMk cId="1165105122" sldId="256"/>
            <ac:spMk id="29" creationId="{9B8BFFB0-7066-80F9-1C7C-83AC05F10614}"/>
          </ac:spMkLst>
        </pc:spChg>
        <pc:spChg chg="mod">
          <ac:chgData name="I K" userId="c96c9678e57734a9" providerId="LiveId" clId="{A0AF0488-923B-4F82-809C-76FC1BDE8130}" dt="2025-12-11T12:41:47.770" v="1"/>
          <ac:spMkLst>
            <pc:docMk/>
            <pc:sldMk cId="1165105122" sldId="256"/>
            <ac:spMk id="30" creationId="{06BCB2C6-732F-3FA9-3B16-7130E49622C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DF9D973-9CE9-CC05-A28D-B0A9FA1B67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93BEF33-C58B-96D6-A1C7-2E535469AB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6394AC4-B473-1C92-9534-3EFBB71F7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DA919-2F49-46C0-86AB-11A62FCA5984}" type="datetimeFigureOut">
              <a:rPr lang="pl-PL" smtClean="0"/>
              <a:t>11.12.2025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1F9854B-0029-1E02-6A35-5903DBAC8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BAF86BF-E048-C240-36C6-6F100668F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B11C0-6CB6-470E-990D-C83443D9C6A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37572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1B031DD-672F-29F8-02FB-A22E43C5B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18BD9B4-3629-C8C1-BA2C-33892E990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01116EB-3EA7-0845-CDF3-33BBB1862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DA919-2F49-46C0-86AB-11A62FCA5984}" type="datetimeFigureOut">
              <a:rPr lang="pl-PL" smtClean="0"/>
              <a:t>11.12.2025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AB2D706-D08F-C26B-635D-9A5C67780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2278BED-C802-C42C-1B2E-112B3884E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B11C0-6CB6-470E-990D-C83443D9C6A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16265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AA74106-75BF-7A4F-057C-471410C79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BEB7D76-DBC9-D968-515C-D5CC7EC862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6C72A2C-23FE-92FC-8F97-C29DE6F05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DA919-2F49-46C0-86AB-11A62FCA5984}" type="datetimeFigureOut">
              <a:rPr lang="pl-PL" smtClean="0"/>
              <a:t>11.12.2025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6680113-D5C2-D180-C528-6A9B8DBD7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EB21E9F-B4C5-3C28-2F98-031828AC3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B11C0-6CB6-470E-990D-C83443D9C6A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98675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034C3CB-90BD-2474-C4B3-42639287C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3005838-4DD0-96B3-A94D-C3CFAA7472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0C4FD19F-442F-0FF9-24D2-A5761843C2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01984BDB-DA67-6306-04D1-C345A6EE2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DA919-2F49-46C0-86AB-11A62FCA5984}" type="datetimeFigureOut">
              <a:rPr lang="pl-PL" smtClean="0"/>
              <a:t>11.12.2025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12FC24F6-5E4E-7283-6CCB-D0E4F417C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0AAB9B8-B3E7-C645-9C00-A4D1733D4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B11C0-6CB6-470E-990D-C83443D9C6A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11154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711BEA-F4EF-41BF-F5E6-5CCCD4392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D377C0D1-2DD1-47CD-4880-463A637D0B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97493203-849B-BC47-769F-044A3F31DC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FCA6495F-095D-7A4A-3EC7-9311FD676F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C3D0BDF2-6832-A448-369C-26A7CD3F73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A5177A3F-00ED-ABEF-7F43-08F015945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DA919-2F49-46C0-86AB-11A62FCA5984}" type="datetimeFigureOut">
              <a:rPr lang="pl-PL" smtClean="0"/>
              <a:t>11.12.2025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EE78556C-6FE9-8886-703A-F3C15B404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89C1C5B7-A9A3-A951-FD86-0BE42D910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B11C0-6CB6-470E-990D-C83443D9C6A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53488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15C87AF-70F9-51D6-D973-57749F3E2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954FC2F2-E3D9-7019-A3E7-A87F442B5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DA919-2F49-46C0-86AB-11A62FCA5984}" type="datetimeFigureOut">
              <a:rPr lang="pl-PL" smtClean="0"/>
              <a:t>11.12.2025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F1C4992E-10C7-2819-EDFC-EC42DDE94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04300128-CB18-FADC-DD4E-135BC3B6B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B11C0-6CB6-470E-990D-C83443D9C6A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37048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6879C9C2-0A54-5823-F471-49B008267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DA919-2F49-46C0-86AB-11A62FCA5984}" type="datetimeFigureOut">
              <a:rPr lang="pl-PL" smtClean="0"/>
              <a:t>11.12.2025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6DDDE2B-01AA-FD5A-0BFA-59A392933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94EEE472-6A19-DF4F-9680-9D012F3C5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B11C0-6CB6-470E-990D-C83443D9C6A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67533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637FF6B-ECA4-B7D5-FD91-36029F529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AD7AAE5-1BA0-12E8-D77B-B181E5D8B1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A0C73DA2-CBCF-0AFF-6A52-0012A8A204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68FA2B26-39D4-02A7-FDC9-829800973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DA919-2F49-46C0-86AB-11A62FCA5984}" type="datetimeFigureOut">
              <a:rPr lang="pl-PL" smtClean="0"/>
              <a:t>11.12.2025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519FC80-19DE-65B6-14ED-732C3740D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15E2E0A0-7779-CE9D-16B4-B70AA243D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B11C0-6CB6-470E-990D-C83443D9C6A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99270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19D52B7-F69B-C3F4-08F6-AEB10FC48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BD571B61-080B-B4CB-D59C-6201F2484B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5E7740B5-7C63-F0E0-3020-0755821C94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D5C4E5FA-4986-D556-3432-43A2042B3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DA919-2F49-46C0-86AB-11A62FCA5984}" type="datetimeFigureOut">
              <a:rPr lang="pl-PL" smtClean="0"/>
              <a:t>11.12.2025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A4334428-9DB0-32B0-C470-B44D68D3A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7FCAA72-3C3E-A793-B187-6A2FDD646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B11C0-6CB6-470E-990D-C83443D9C6A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08267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513550D-D938-EEFC-3DE2-0F66FB403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8ECABE1E-2580-B89E-38D2-2CA96A0AAC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EC6BBC1-501F-10DE-17F0-77FE70E04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DA919-2F49-46C0-86AB-11A62FCA5984}" type="datetimeFigureOut">
              <a:rPr lang="pl-PL" smtClean="0"/>
              <a:t>11.12.2025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B133F98-EE93-8F5E-E792-0683D5994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5790ED6-E7E2-FF37-3D41-F204B47EA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B11C0-6CB6-470E-990D-C83443D9C6A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82140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C17508EC-C5EA-0C8F-1895-3D94FE22E8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65596770-B681-1AF6-543E-80BE324284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3508895-578E-E7B3-DC9A-17B5DBC33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DA919-2F49-46C0-86AB-11A62FCA5984}" type="datetimeFigureOut">
              <a:rPr lang="pl-PL" smtClean="0"/>
              <a:t>11.12.2025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3B184D0-CA54-A2BC-611A-A5CC1DB38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2966D44-D5E3-C44A-B3B6-9BE289048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B11C0-6CB6-470E-990D-C83443D9C6A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99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97698262-D76B-2B7A-EF06-67BD31105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74C60809-757A-3C32-2423-E8E358E84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32C0B05-CE86-7F77-E573-3F52C02823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0DA919-2F49-46C0-86AB-11A62FCA5984}" type="datetimeFigureOut">
              <a:rPr lang="pl-PL" smtClean="0"/>
              <a:t>11.12.2025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61EFA6E-94FF-FB5E-FFFA-4A369F7355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D6B6DD9-B80F-7C64-CB09-30B17AC366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3B11C0-6CB6-470E-990D-C83443D9C6A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3169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>
            <a:extLst>
              <a:ext uri="{FF2B5EF4-FFF2-40B4-BE49-F238E27FC236}">
                <a16:creationId xmlns:a16="http://schemas.microsoft.com/office/drawing/2014/main" id="{9B8BFFB0-7066-80F9-1C7C-83AC05F106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06BCB2C6-732F-3FA9-3B16-7130E49622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105122"/>
      </p:ext>
    </p:extLst>
  </p:cSld>
  <p:clrMapOvr>
    <a:masterClrMapping/>
  </p:clrMapOvr>
</p:sld>
</file>

<file path=ppt/theme/theme1.xml><?xml version="1.0" encoding="utf-8"?>
<a:theme xmlns:a="http://schemas.openxmlformats.org/drawingml/2006/main" name="VPLOmotyw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PLOmotyw" id="{494980CE-76A2-4912-A321-7B6862395996}" vid="{0D3FA362-4F37-48C5-9F8E-7287EE8C711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</TotalTime>
  <Words>0</Words>
  <Application>Microsoft Office PowerPoint</Application>
  <PresentationFormat>Panoramiczny</PresentationFormat>
  <Paragraphs>0</Paragraphs>
  <Slides>1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VPLOmotyw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 K</dc:creator>
  <cp:lastModifiedBy>I K</cp:lastModifiedBy>
  <cp:revision>1</cp:revision>
  <dcterms:created xsi:type="dcterms:W3CDTF">2025-11-18T22:55:07Z</dcterms:created>
  <dcterms:modified xsi:type="dcterms:W3CDTF">2025-12-11T12:41:53Z</dcterms:modified>
</cp:coreProperties>
</file>